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Food Recognition &amp; Calorie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CEP Project</a:t>
            </a:r>
          </a:p>
          <a:p>
            <a:pPr>
              <a:defRPr sz="2400"/>
            </a:pPr>
            <a:r>
              <a:t>Academic Year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AI-based application for food-image analysis</a:t>
            </a:r>
          </a:p>
          <a:p>
            <a:pPr>
              <a:defRPr sz="2400"/>
            </a:pPr>
            <a:r>
              <a:t>Estimates calories using food category and serving size</a:t>
            </a:r>
          </a:p>
          <a:p>
            <a:pPr>
              <a:defRPr sz="2400"/>
            </a:pPr>
            <a:r>
              <a:t>Prototype can be extended with a trained deep-learning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Manual calorie tracking can be time-consuming</a:t>
            </a:r>
          </a:p>
          <a:p>
            <a:pPr>
              <a:defRPr sz="2400"/>
            </a:pPr>
            <a:r>
              <a:t>Computer vision can help identify food</a:t>
            </a:r>
          </a:p>
          <a:p>
            <a:pPr>
              <a:defRPr sz="2400"/>
            </a:pPr>
            <a:r>
              <a:t>System provides an approximate calorie estimate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Upload food image</a:t>
            </a:r>
          </a:p>
          <a:p>
            <a:pPr>
              <a:defRPr sz="2400"/>
            </a:pPr>
            <a:r>
              <a:t>Recognize/confirm food category</a:t>
            </a:r>
          </a:p>
          <a:p>
            <a:pPr>
              <a:defRPr sz="2400"/>
            </a:pPr>
            <a:r>
              <a:t>Estimate calories</a:t>
            </a:r>
          </a:p>
          <a:p>
            <a:pPr>
              <a:defRPr sz="2400"/>
            </a:pPr>
            <a:r>
              <a:t>Create a simple user-friendly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Python</a:t>
            </a:r>
          </a:p>
          <a:p>
            <a:pPr>
              <a:defRPr sz="2400"/>
            </a:pPr>
            <a:r>
              <a:t>Streamlit</a:t>
            </a:r>
          </a:p>
          <a:p>
            <a:pPr>
              <a:defRPr sz="2400"/>
            </a:pPr>
            <a:r>
              <a:t>Pillow</a:t>
            </a:r>
          </a:p>
          <a:p>
            <a:pPr>
              <a:defRPr sz="2400"/>
            </a:pPr>
            <a:r>
              <a:t>AI / Computer Vision concepts</a:t>
            </a:r>
          </a:p>
          <a:p>
            <a:pPr>
              <a:defRPr sz="2400"/>
            </a:pPr>
            <a:r>
              <a:t>Calorie reference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Upload image → Food recognition/confirmation → Select serving size → Calorie calculation →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Estimated Calories = (kcal per 100 g × serving size in g) / 100</a:t>
            </a:r>
          </a:p>
          <a:p>
            <a:pPr>
              <a:defRPr sz="2400"/>
            </a:pPr>
            <a:r>
              <a:t>Example: Rice 130 kcal/100 g × 150 g = 195 kcal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Simple and fast</a:t>
            </a:r>
          </a:p>
          <a:p>
            <a:pPr>
              <a:defRPr sz="2400"/>
            </a:pPr>
            <a:r>
              <a:t>Useful for nutrition awareness</a:t>
            </a:r>
          </a:p>
          <a:p>
            <a:pPr>
              <a:defRPr sz="2400"/>
            </a:pPr>
            <a:r>
              <a:t>Easy to extend</a:t>
            </a:r>
          </a:p>
          <a:p>
            <a:pPr>
              <a:defRPr sz="2400"/>
            </a:pPr>
            <a:r>
              <a:t>Demonstrates practical AI application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Prototype uses confirmation step</a:t>
            </a:r>
          </a:p>
          <a:p>
            <a:pPr>
              <a:defRPr sz="2400"/>
            </a:pPr>
            <a:r>
              <a:t>Calorie values are approximate</a:t>
            </a:r>
          </a:p>
          <a:p>
            <a:pPr>
              <a:defRPr sz="2400"/>
            </a:pPr>
            <a:r>
              <a:t>Portion size is estimated</a:t>
            </a:r>
          </a:p>
          <a:p>
            <a:pPr>
              <a:defRPr sz="2400"/>
            </a:pPr>
            <a:r>
              <a:t>Recipes can change calorie values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Automatic Food-101/Indian-food classifier</a:t>
            </a:r>
          </a:p>
          <a:p>
            <a:pPr>
              <a:defRPr sz="2400"/>
            </a:pPr>
            <a:r>
              <a:t>Automatic portion-size estimation</a:t>
            </a:r>
          </a:p>
          <a:p>
            <a:pPr>
              <a:defRPr sz="2400"/>
            </a:pPr>
            <a:r>
              <a:t>Protein/carbs/fat information</a:t>
            </a:r>
          </a:p>
          <a:p>
            <a:pPr>
              <a:defRPr sz="2400"/>
            </a:pPr>
            <a:r>
              <a:t>Mobile app and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AI can support practical nutrition awareness</a:t>
            </a:r>
          </a:p>
          <a:p>
            <a:pPr>
              <a:defRPr sz="2400"/>
            </a:pPr>
            <a:r>
              <a:t>Prototype combines image input, food data and calorie calculation</a:t>
            </a:r>
          </a:p>
          <a:p>
            <a:pPr>
              <a:defRPr sz="2400"/>
            </a:pPr>
            <a:r>
              <a:t>Advanced models can make recognition fully automatic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